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202025" cy="25203150"/>
  <p:notesSz cx="6759575" cy="98679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39">
          <p15:clr>
            <a:srgbClr val="000000"/>
          </p15:clr>
        </p15:guide>
        <p15:guide id="2" pos="5103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xQi+UL46uLZgIK7zssHcA/fQf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5"/>
  </p:normalViewPr>
  <p:slideViewPr>
    <p:cSldViewPr snapToGrid="0">
      <p:cViewPr>
        <p:scale>
          <a:sx n="83" d="100"/>
          <a:sy n="83" d="100"/>
        </p:scale>
        <p:origin x="568" y="160"/>
      </p:cViewPr>
      <p:guideLst>
        <p:guide orient="horz" pos="7939"/>
        <p:guide pos="51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26800" y="740075"/>
            <a:ext cx="4506600" cy="37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5950" y="4687250"/>
            <a:ext cx="5407650" cy="444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5950" y="4687250"/>
            <a:ext cx="5407650" cy="4440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90750" y="739775"/>
            <a:ext cx="237966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214437" y="2239962"/>
            <a:ext cx="1377315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1214438" y="7278688"/>
            <a:ext cx="6810375" cy="151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2"/>
          </p:nvPr>
        </p:nvSpPr>
        <p:spPr>
          <a:xfrm>
            <a:off x="8177213" y="7278688"/>
            <a:ext cx="6810375" cy="151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垂直排列标题与文本" type="vertTitleAndTx">
  <p:cSld name="VERTICAL_TITLE_AND_VERTICAL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 rot="5400000">
            <a:off x="3184526" y="10599738"/>
            <a:ext cx="20162837" cy="344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 rot="5400000">
            <a:off x="-3778249" y="7232651"/>
            <a:ext cx="20162837" cy="1017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1214437" y="2239962"/>
            <a:ext cx="1377315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 rot="5400000">
            <a:off x="538956" y="7954168"/>
            <a:ext cx="15124112" cy="1377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75000" y="17641888"/>
            <a:ext cx="9721850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>
            <a:spLocks noGrp="1"/>
          </p:cNvSpPr>
          <p:nvPr>
            <p:ph type="pic" idx="2"/>
          </p:nvPr>
        </p:nvSpPr>
        <p:spPr>
          <a:xfrm>
            <a:off x="3175000" y="2252663"/>
            <a:ext cx="9721850" cy="15120937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3175000" y="19724688"/>
            <a:ext cx="9721850" cy="295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809625" y="1003300"/>
            <a:ext cx="5330825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6334125" y="1003300"/>
            <a:ext cx="9058275" cy="2151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809625" y="5273675"/>
            <a:ext cx="5330825" cy="1724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214437" y="2239962"/>
            <a:ext cx="1377315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09625" y="1009650"/>
            <a:ext cx="145827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809625" y="5641975"/>
            <a:ext cx="7159625" cy="235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2"/>
          </p:nvPr>
        </p:nvSpPr>
        <p:spPr>
          <a:xfrm>
            <a:off x="809625" y="7993063"/>
            <a:ext cx="7159625" cy="1452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3"/>
          </p:nvPr>
        </p:nvSpPr>
        <p:spPr>
          <a:xfrm>
            <a:off x="8231188" y="5641975"/>
            <a:ext cx="7161212" cy="235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4"/>
          </p:nvPr>
        </p:nvSpPr>
        <p:spPr>
          <a:xfrm>
            <a:off x="8231188" y="7993063"/>
            <a:ext cx="7161212" cy="14520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1279525" y="16195675"/>
            <a:ext cx="13771563" cy="500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279525" y="10682288"/>
            <a:ext cx="13771563" cy="551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ctrTitle"/>
          </p:nvPr>
        </p:nvSpPr>
        <p:spPr>
          <a:xfrm>
            <a:off x="1214438" y="7829550"/>
            <a:ext cx="13773150" cy="5402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2430463" y="14281150"/>
            <a:ext cx="11341100" cy="644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ctr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Times New Roman"/>
              <a:buNone/>
              <a:defRPr/>
            </a:lvl1pPr>
            <a:lvl2pPr lvl="1" algn="ctr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Times New Roman"/>
              <a:buNone/>
              <a:defRPr/>
            </a:lvl2pPr>
            <a:lvl3pPr lvl="2" algn="ctr">
              <a:spcBef>
                <a:spcPts val="118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imes New Roman"/>
              <a:buNone/>
              <a:defRPr/>
            </a:lvl3pPr>
            <a:lvl4pPr lvl="3" algn="ctr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  <a:defRPr/>
            </a:lvl4pPr>
            <a:lvl5pPr lvl="4" algn="ctr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  <a:defRPr/>
            </a:lvl5pPr>
            <a:lvl6pPr lvl="5" algn="ctr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  <a:defRPr/>
            </a:lvl6pPr>
            <a:lvl7pPr lvl="6" algn="ctr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  <a:defRPr/>
            </a:lvl7pPr>
            <a:lvl8pPr lvl="7" algn="ctr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  <a:defRPr/>
            </a:lvl8pPr>
            <a:lvl9pPr lvl="8" algn="ctr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B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214437" y="2239962"/>
            <a:ext cx="13773150" cy="420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7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214437" y="7278687"/>
            <a:ext cx="13773150" cy="151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457200" marR="0" lvl="0" indent="-723900" algn="l" rtl="0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Times New Roman"/>
              <a:buChar char="•"/>
              <a:defRPr sz="7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660400" algn="l" rtl="0"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Times New Roman"/>
              <a:buChar char="–"/>
              <a:defRPr sz="6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603250" algn="l" rtl="0">
              <a:spcBef>
                <a:spcPts val="118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imes New Roman"/>
              <a:buChar char="•"/>
              <a:defRPr sz="5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539750" algn="l" rtl="0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Char char="–"/>
              <a:defRPr sz="4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539750" algn="l" rtl="0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Char char="»"/>
              <a:defRPr sz="4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539750" algn="l" rtl="0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Char char="»"/>
              <a:defRPr sz="4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539750" algn="l" rtl="0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Char char="»"/>
              <a:defRPr sz="4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539750" algn="l" rtl="0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Char char="»"/>
              <a:defRPr sz="4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539750" algn="l" rtl="0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Times New Roman"/>
              <a:buChar char="»"/>
              <a:defRPr sz="4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214437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535612" y="22963187"/>
            <a:ext cx="51308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610975" y="22963187"/>
            <a:ext cx="3376612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8306340" y="2263015"/>
            <a:ext cx="7573185" cy="21873764"/>
          </a:xfrm>
          <a:prstGeom prst="rect">
            <a:avLst/>
          </a:prstGeom>
          <a:noFill/>
          <a:ln w="127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75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98595" y="2263015"/>
            <a:ext cx="7857600" cy="21873764"/>
          </a:xfrm>
          <a:prstGeom prst="rect">
            <a:avLst/>
          </a:prstGeom>
          <a:noFill/>
          <a:ln w="12700" cap="flat" cmpd="sng">
            <a:solidFill>
              <a:srgbClr val="C0C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200" b="0" i="0" u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782762" y="-25400"/>
            <a:ext cx="12739687" cy="128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3000"/>
              <a:buFont typeface="Times New Roman"/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TITLE (30pt)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124990" y="831433"/>
            <a:ext cx="1005522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2350" tIns="111175" rIns="222350" bIns="111175" anchor="ctr" anchorCtr="0"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Authors, Co-authors (20pt)</a:t>
            </a:r>
            <a:endParaRPr lang="en-MY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MY" sz="2000" i="1" baseline="30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Affiliations (20 pt)</a:t>
            </a:r>
            <a:endParaRPr lang="en-MY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332915" y="24343321"/>
            <a:ext cx="5208417" cy="295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050" tIns="23025" rIns="46050" bIns="230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</a:t>
            </a:r>
            <a:r>
              <a:rPr lang="en-US" sz="1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49358" y="6558065"/>
            <a:ext cx="7331100" cy="3276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220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 Introduction</a:t>
            </a:r>
            <a:endParaRPr sz="17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 (18 pt)</a:t>
            </a:r>
          </a:p>
        </p:txBody>
      </p:sp>
      <p:sp>
        <p:nvSpPr>
          <p:cNvPr id="90" name="Google Shape;90;p1"/>
          <p:cNvSpPr txBox="1"/>
          <p:nvPr/>
        </p:nvSpPr>
        <p:spPr>
          <a:xfrm>
            <a:off x="456508" y="2375400"/>
            <a:ext cx="7516800" cy="550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220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 </a:t>
            </a: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 (18 pt)</a:t>
            </a: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* not more than 250 words</a:t>
            </a:r>
            <a:endParaRPr lang="en-US" b="1" dirty="0">
              <a:solidFill>
                <a:schemeClr val="tx1"/>
              </a:solidFill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endParaRPr lang="en-US" b="1" dirty="0">
              <a:solidFill>
                <a:schemeClr val="tx1"/>
              </a:solidFill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endParaRPr lang="en-US" b="1" dirty="0">
              <a:solidFill>
                <a:schemeClr val="tx1"/>
              </a:solidFill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endParaRPr lang="en-US" b="1" dirty="0">
              <a:solidFill>
                <a:schemeClr val="tx1"/>
              </a:solidFill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endParaRPr lang="en-US" b="1" dirty="0">
              <a:solidFill>
                <a:schemeClr val="tx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9966"/>
              </a:buClr>
              <a:buSzPts val="1700"/>
              <a:buFont typeface="Times New Roman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9966"/>
              </a:buClr>
              <a:buSzPts val="1700"/>
              <a:buFont typeface="Times New Roman"/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12725" y="10334822"/>
            <a:ext cx="7451700" cy="3276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220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II. </a:t>
            </a:r>
            <a:r>
              <a:rPr lang="en-US" sz="2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7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 (18 pt)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577850" y="16222662"/>
            <a:ext cx="7459800" cy="6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1700"/>
              <a:buFont typeface="Times New Roman"/>
              <a:buNone/>
            </a:pPr>
            <a:endParaRPr sz="2000">
              <a:solidFill>
                <a:srgbClr val="339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1700"/>
              <a:buFont typeface="Times New Roman"/>
              <a:buNone/>
            </a:pPr>
            <a:endParaRPr sz="2000">
              <a:solidFill>
                <a:srgbClr val="339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519352" y="7478723"/>
            <a:ext cx="7147159" cy="407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220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Conclusion   </a:t>
            </a:r>
            <a:endParaRPr sz="17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 (18 pt)</a:t>
            </a: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271561" y="24670209"/>
            <a:ext cx="11762085" cy="29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1500"/>
              <a:buFont typeface="Times New Roman"/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500" b="1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International Conference on Enforcement, Law and Integrity 2026 (ICELIn26), The Waterfront Hotel, Kuching, 12-14 August 2026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407051" y="17213044"/>
            <a:ext cx="7093159" cy="114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1400"/>
              <a:buFont typeface="Times New Roman"/>
              <a:buNone/>
            </a:pPr>
            <a:r>
              <a:rPr lang="en-US" sz="14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(Optional)</a:t>
            </a:r>
            <a:endParaRPr sz="14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1400"/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</a:t>
            </a: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1400"/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</a:t>
            </a: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>
                  <a:lumMod val="75000"/>
                </a:schemeClr>
              </a:buClr>
              <a:buSzPts val="1400"/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(14pt) </a:t>
            </a:r>
            <a:endParaRPr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1400"/>
              <a:buFont typeface="Times New Roman"/>
              <a:buNone/>
            </a:pPr>
            <a:endParaRPr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531016" y="13099730"/>
            <a:ext cx="7093159" cy="3122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Acknowledgments</a:t>
            </a:r>
            <a:endParaRPr sz="18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r>
              <a:rPr lang="en-US" sz="1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 (16 pt)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1400"/>
              <a:buFont typeface="Times New Roman"/>
              <a:buNone/>
            </a:pPr>
            <a:endParaRPr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21608" y="14340247"/>
            <a:ext cx="7451700" cy="3538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75" tIns="32525" rIns="65075" bIns="325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220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</a:t>
            </a:r>
            <a:r>
              <a:rPr lang="en-US" sz="2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9966"/>
              </a:buClr>
              <a:buSzPts val="2200"/>
              <a:buFont typeface="Times New Roman"/>
              <a:buNone/>
            </a:pPr>
            <a:endParaRPr lang="en-US" sz="17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spcBef>
                <a:spcPts val="800"/>
              </a:spcBef>
              <a:buClr>
                <a:srgbClr val="339966"/>
              </a:buClr>
              <a:buSzPts val="1700"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 (16 pt)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8BD8D-3357-B81B-FD89-6FFBBFA492A1}"/>
              </a:ext>
            </a:extLst>
          </p:cNvPr>
          <p:cNvSpPr txBox="1"/>
          <p:nvPr/>
        </p:nvSpPr>
        <p:spPr>
          <a:xfrm>
            <a:off x="1442822" y="19116131"/>
            <a:ext cx="603301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M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could be a place for your figures/table/data.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43AD7-FE5D-E91B-B49E-D222BEEB635E}"/>
              </a:ext>
            </a:extLst>
          </p:cNvPr>
          <p:cNvSpPr txBox="1"/>
          <p:nvPr/>
        </p:nvSpPr>
        <p:spPr>
          <a:xfrm>
            <a:off x="8937123" y="4174395"/>
            <a:ext cx="603301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M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could be a place for your figures/table/data.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127</Words>
  <Application>Microsoft Macintosh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ASEMD13</dc:creator>
  <cp:lastModifiedBy>Siti Norbaini Binti Sabtu</cp:lastModifiedBy>
  <cp:revision>4</cp:revision>
  <dcterms:created xsi:type="dcterms:W3CDTF">2000-03-21T10:33:07Z</dcterms:created>
  <dcterms:modified xsi:type="dcterms:W3CDTF">2026-01-05T03:55:23Z</dcterms:modified>
</cp:coreProperties>
</file>